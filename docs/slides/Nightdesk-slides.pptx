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Nightdesk: the support agent that works the night shift, on your own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24/7 products, 9-to-5 support. Urgent emails wait, SLAs are missed, churn hides, cloud AI is not an option for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the dashboard after a night of email. Outage escalated with the full tool-call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local model picks tools; the code enforces what each may do. Drafts never send. Escalation 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emails, six right responses, from paging on-call to archiving spam.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Local-first by construction: non-local model URL refused in code and tested; rule-engine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value: SLA protection, revenue saved, mornings back, compliance-friendly.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two-way Telegram, IMAP/Gmail, local embeddings on GB10, OpenShell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Nightdesk</dc:title>
  <dc:subject/>
  <dc:creator>Paras Adlakha, Harshita Adlakha</dc:creator>
  <cp:keywords/>
  <dc:description>generated using python-pptx</dc:description>
  <cp:lastModifiedBy>Paras Adlakha</cp:lastModifiedBy>
  <cp:revision>1</cp:revision>
  <dcterms:created xsi:type="dcterms:W3CDTF">2013-01-27T09:14:16Z</dcterms:created>
  <dcterms:modified xsi:type="dcterms:W3CDTF">2013-01-27T09:15:58Z</dcterms:modified>
  <cp:category/>
</cp:coreProperties>
</file>